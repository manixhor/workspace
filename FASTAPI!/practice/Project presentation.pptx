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embeddedFontLst>
    <p:embeddedFont>
      <p:font typeface="Canva Sans" panose="020B0503030501040103" pitchFamily="34" charset="0"/>
      <p:regular r:id="rId7"/>
    </p:embeddedFont>
    <p:embeddedFont>
      <p:font typeface="DM Sans" pitchFamily="2" charset="77"/>
      <p:regular r:id="rId8"/>
    </p:embeddedFont>
    <p:embeddedFont>
      <p:font typeface="DM Sans Bold" pitchFamily="2" charset="77"/>
      <p:regular r:id="rId9"/>
      <p:bold r:id="rId10"/>
    </p:embeddedFont>
    <p:embeddedFont>
      <p:font typeface="DM Serif Display" pitchFamily="2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634" autoAdjust="0"/>
  </p:normalViewPr>
  <p:slideViewPr>
    <p:cSldViewPr>
      <p:cViewPr>
        <p:scale>
          <a:sx n="57" d="100"/>
          <a:sy n="57" d="100"/>
        </p:scale>
        <p:origin x="1464" y="11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5" Type="http://schemas.openxmlformats.org/officeDocument/2006/relationships/image" Target="../media/image24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24" Type="http://schemas.openxmlformats.org/officeDocument/2006/relationships/image" Target="../media/image23.pn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23" Type="http://schemas.openxmlformats.org/officeDocument/2006/relationships/image" Target="../media/image22.sv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26.svg"/><Relationship Id="rId3" Type="http://schemas.openxmlformats.org/officeDocument/2006/relationships/image" Target="../media/image32.svg"/><Relationship Id="rId7" Type="http://schemas.openxmlformats.org/officeDocument/2006/relationships/image" Target="../media/image10.svg"/><Relationship Id="rId12" Type="http://schemas.openxmlformats.org/officeDocument/2006/relationships/image" Target="../media/image25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20.svg"/><Relationship Id="rId5" Type="http://schemas.openxmlformats.org/officeDocument/2006/relationships/image" Target="../media/image8.svg"/><Relationship Id="rId10" Type="http://schemas.openxmlformats.org/officeDocument/2006/relationships/image" Target="../media/image19.png"/><Relationship Id="rId4" Type="http://schemas.openxmlformats.org/officeDocument/2006/relationships/image" Target="../media/image7.png"/><Relationship Id="rId9" Type="http://schemas.openxmlformats.org/officeDocument/2006/relationships/image" Target="../media/image1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svg"/><Relationship Id="rId4" Type="http://schemas.openxmlformats.org/officeDocument/2006/relationships/image" Target="../media/image3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18" Type="http://schemas.openxmlformats.org/officeDocument/2006/relationships/image" Target="../media/image19.png"/><Relationship Id="rId26" Type="http://schemas.openxmlformats.org/officeDocument/2006/relationships/image" Target="../media/image27.png"/><Relationship Id="rId3" Type="http://schemas.openxmlformats.org/officeDocument/2006/relationships/image" Target="../media/image2.svg"/><Relationship Id="rId21" Type="http://schemas.openxmlformats.org/officeDocument/2006/relationships/image" Target="../media/image22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5" Type="http://schemas.openxmlformats.org/officeDocument/2006/relationships/image" Target="../media/image26.svg"/><Relationship Id="rId2" Type="http://schemas.openxmlformats.org/officeDocument/2006/relationships/image" Target="../media/image1.pn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24" Type="http://schemas.openxmlformats.org/officeDocument/2006/relationships/image" Target="../media/image25.png"/><Relationship Id="rId5" Type="http://schemas.openxmlformats.org/officeDocument/2006/relationships/image" Target="../media/image4.svg"/><Relationship Id="rId15" Type="http://schemas.openxmlformats.org/officeDocument/2006/relationships/image" Target="../media/image16.svg"/><Relationship Id="rId23" Type="http://schemas.openxmlformats.org/officeDocument/2006/relationships/image" Target="../media/image24.svg"/><Relationship Id="rId10" Type="http://schemas.openxmlformats.org/officeDocument/2006/relationships/image" Target="../media/image11.png"/><Relationship Id="rId19" Type="http://schemas.openxmlformats.org/officeDocument/2006/relationships/image" Target="../media/image20.svg"/><Relationship Id="rId4" Type="http://schemas.openxmlformats.org/officeDocument/2006/relationships/image" Target="../media/image3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Relationship Id="rId22" Type="http://schemas.openxmlformats.org/officeDocument/2006/relationships/image" Target="../media/image23.png"/><Relationship Id="rId27" Type="http://schemas.openxmlformats.org/officeDocument/2006/relationships/image" Target="../media/image2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329398" y="8614893"/>
            <a:ext cx="4899948" cy="3344214"/>
          </a:xfrm>
          <a:custGeom>
            <a:avLst/>
            <a:gdLst/>
            <a:ahLst/>
            <a:cxnLst/>
            <a:rect l="l" t="t" r="r" b="b"/>
            <a:pathLst>
              <a:path w="4899948" h="3344214">
                <a:moveTo>
                  <a:pt x="0" y="0"/>
                </a:moveTo>
                <a:lnTo>
                  <a:pt x="4899947" y="0"/>
                </a:lnTo>
                <a:lnTo>
                  <a:pt x="4899947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030709" y="9258300"/>
            <a:ext cx="3059829" cy="751049"/>
          </a:xfrm>
          <a:custGeom>
            <a:avLst/>
            <a:gdLst/>
            <a:ahLst/>
            <a:cxnLst/>
            <a:rect l="l" t="t" r="r" b="b"/>
            <a:pathLst>
              <a:path w="3059829" h="751049">
                <a:moveTo>
                  <a:pt x="0" y="0"/>
                </a:moveTo>
                <a:lnTo>
                  <a:pt x="3059829" y="0"/>
                </a:lnTo>
                <a:lnTo>
                  <a:pt x="3059829" y="751049"/>
                </a:lnTo>
                <a:lnTo>
                  <a:pt x="0" y="7510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236705" y="6409875"/>
            <a:ext cx="724985" cy="920616"/>
          </a:xfrm>
          <a:custGeom>
            <a:avLst/>
            <a:gdLst/>
            <a:ahLst/>
            <a:cxnLst/>
            <a:rect l="l" t="t" r="r" b="b"/>
            <a:pathLst>
              <a:path w="724985" h="920616">
                <a:moveTo>
                  <a:pt x="0" y="0"/>
                </a:moveTo>
                <a:lnTo>
                  <a:pt x="724986" y="0"/>
                </a:lnTo>
                <a:lnTo>
                  <a:pt x="724986" y="920616"/>
                </a:lnTo>
                <a:lnTo>
                  <a:pt x="0" y="9206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215205" y="8540136"/>
            <a:ext cx="4602314" cy="3618569"/>
          </a:xfrm>
          <a:custGeom>
            <a:avLst/>
            <a:gdLst/>
            <a:ahLst/>
            <a:cxnLst/>
            <a:rect l="l" t="t" r="r" b="b"/>
            <a:pathLst>
              <a:path w="4602314" h="3618569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-674156" y="-1072630"/>
            <a:ext cx="4899948" cy="3068592"/>
          </a:xfrm>
          <a:custGeom>
            <a:avLst/>
            <a:gdLst/>
            <a:ahLst/>
            <a:cxnLst/>
            <a:rect l="l" t="t" r="r" b="b"/>
            <a:pathLst>
              <a:path w="4899948" h="3068592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>
            <a:off x="12686214" y="-2578193"/>
            <a:ext cx="4292424" cy="3870986"/>
          </a:xfrm>
          <a:custGeom>
            <a:avLst/>
            <a:gdLst/>
            <a:ahLst/>
            <a:cxnLst/>
            <a:rect l="l" t="t" r="r" b="b"/>
            <a:pathLst>
              <a:path w="4292424" h="3870986">
                <a:moveTo>
                  <a:pt x="0" y="0"/>
                </a:moveTo>
                <a:lnTo>
                  <a:pt x="4292424" y="0"/>
                </a:lnTo>
                <a:lnTo>
                  <a:pt x="4292424" y="3870986"/>
                </a:lnTo>
                <a:lnTo>
                  <a:pt x="0" y="387098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0138935" y="9258300"/>
            <a:ext cx="4076270" cy="2863579"/>
          </a:xfrm>
          <a:custGeom>
            <a:avLst/>
            <a:gdLst/>
            <a:ahLst/>
            <a:cxnLst/>
            <a:rect l="l" t="t" r="r" b="b"/>
            <a:pathLst>
              <a:path w="4076270" h="2863579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Freeform 9"/>
          <p:cNvSpPr/>
          <p:nvPr/>
        </p:nvSpPr>
        <p:spPr>
          <a:xfrm>
            <a:off x="7409323" y="-2700100"/>
            <a:ext cx="5493058" cy="4114800"/>
          </a:xfrm>
          <a:custGeom>
            <a:avLst/>
            <a:gdLst/>
            <a:ahLst/>
            <a:cxnLst/>
            <a:rect l="l" t="t" r="r" b="b"/>
            <a:pathLst>
              <a:path w="5493058" h="4114800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Freeform 10"/>
          <p:cNvSpPr/>
          <p:nvPr/>
        </p:nvSpPr>
        <p:spPr>
          <a:xfrm rot="4747568">
            <a:off x="-2972342" y="3665317"/>
            <a:ext cx="4896097" cy="2735694"/>
          </a:xfrm>
          <a:custGeom>
            <a:avLst/>
            <a:gdLst/>
            <a:ahLst/>
            <a:cxnLst/>
            <a:rect l="l" t="t" r="r" b="b"/>
            <a:pathLst>
              <a:path w="4896097" h="2735694">
                <a:moveTo>
                  <a:pt x="0" y="0"/>
                </a:moveTo>
                <a:lnTo>
                  <a:pt x="4896097" y="0"/>
                </a:lnTo>
                <a:lnTo>
                  <a:pt x="4896097" y="2735694"/>
                </a:lnTo>
                <a:lnTo>
                  <a:pt x="0" y="2735694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1" name="Freeform 11"/>
          <p:cNvSpPr/>
          <p:nvPr/>
        </p:nvSpPr>
        <p:spPr>
          <a:xfrm>
            <a:off x="4831481" y="-1626507"/>
            <a:ext cx="2892762" cy="2919301"/>
          </a:xfrm>
          <a:custGeom>
            <a:avLst/>
            <a:gdLst/>
            <a:ahLst/>
            <a:cxnLst/>
            <a:rect l="l" t="t" r="r" b="b"/>
            <a:pathLst>
              <a:path w="2892762" h="2919301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Freeform 12"/>
          <p:cNvSpPr/>
          <p:nvPr/>
        </p:nvSpPr>
        <p:spPr>
          <a:xfrm>
            <a:off x="17259300" y="2262342"/>
            <a:ext cx="3575541" cy="3575541"/>
          </a:xfrm>
          <a:custGeom>
            <a:avLst/>
            <a:gdLst/>
            <a:ahLst/>
            <a:cxnLst/>
            <a:rect l="l" t="t" r="r" b="b"/>
            <a:pathLst>
              <a:path w="3575541" h="3575541">
                <a:moveTo>
                  <a:pt x="0" y="0"/>
                </a:moveTo>
                <a:lnTo>
                  <a:pt x="3575541" y="0"/>
                </a:lnTo>
                <a:lnTo>
                  <a:pt x="3575541" y="3575541"/>
                </a:lnTo>
                <a:lnTo>
                  <a:pt x="0" y="3575541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3" name="Freeform 13"/>
          <p:cNvSpPr/>
          <p:nvPr/>
        </p:nvSpPr>
        <p:spPr>
          <a:xfrm>
            <a:off x="2570549" y="9093737"/>
            <a:ext cx="2587020" cy="2386526"/>
          </a:xfrm>
          <a:custGeom>
            <a:avLst/>
            <a:gdLst/>
            <a:ahLst/>
            <a:cxnLst/>
            <a:rect l="l" t="t" r="r" b="b"/>
            <a:pathLst>
              <a:path w="2587020" h="2386526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4" name="Freeform 14"/>
          <p:cNvSpPr/>
          <p:nvPr/>
        </p:nvSpPr>
        <p:spPr>
          <a:xfrm rot="-5282649">
            <a:off x="16440369" y="6970869"/>
            <a:ext cx="3382987" cy="1154444"/>
          </a:xfrm>
          <a:custGeom>
            <a:avLst/>
            <a:gdLst/>
            <a:ahLst/>
            <a:cxnLst/>
            <a:rect l="l" t="t" r="r" b="b"/>
            <a:pathLst>
              <a:path w="3382987" h="1154444">
                <a:moveTo>
                  <a:pt x="0" y="0"/>
                </a:moveTo>
                <a:lnTo>
                  <a:pt x="3382987" y="0"/>
                </a:lnTo>
                <a:lnTo>
                  <a:pt x="3382987" y="1154445"/>
                </a:lnTo>
                <a:lnTo>
                  <a:pt x="0" y="1154445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5" name="Freeform 15"/>
          <p:cNvSpPr/>
          <p:nvPr/>
        </p:nvSpPr>
        <p:spPr>
          <a:xfrm>
            <a:off x="16978638" y="-642644"/>
            <a:ext cx="3104522" cy="3342688"/>
          </a:xfrm>
          <a:custGeom>
            <a:avLst/>
            <a:gdLst/>
            <a:ahLst/>
            <a:cxnLst/>
            <a:rect l="l" t="t" r="r" b="b"/>
            <a:pathLst>
              <a:path w="3104522" h="3342688">
                <a:moveTo>
                  <a:pt x="0" y="0"/>
                </a:moveTo>
                <a:lnTo>
                  <a:pt x="3104522" y="0"/>
                </a:lnTo>
                <a:lnTo>
                  <a:pt x="3104522" y="3342688"/>
                </a:lnTo>
                <a:lnTo>
                  <a:pt x="0" y="3342688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6" name="TextBox 16"/>
          <p:cNvSpPr txBox="1"/>
          <p:nvPr/>
        </p:nvSpPr>
        <p:spPr>
          <a:xfrm>
            <a:off x="3298492" y="3379427"/>
            <a:ext cx="11533934" cy="33732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916"/>
              </a:lnSpc>
            </a:pPr>
            <a:r>
              <a:rPr lang="en-US" sz="1374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Exploration Driven Growth</a:t>
            </a:r>
          </a:p>
        </p:txBody>
      </p:sp>
      <p:sp>
        <p:nvSpPr>
          <p:cNvPr id="17" name="Freeform 17"/>
          <p:cNvSpPr/>
          <p:nvPr/>
        </p:nvSpPr>
        <p:spPr>
          <a:xfrm>
            <a:off x="4737926" y="2576219"/>
            <a:ext cx="724985" cy="920616"/>
          </a:xfrm>
          <a:custGeom>
            <a:avLst/>
            <a:gdLst/>
            <a:ahLst/>
            <a:cxnLst/>
            <a:rect l="l" t="t" r="r" b="b"/>
            <a:pathLst>
              <a:path w="724985" h="920616">
                <a:moveTo>
                  <a:pt x="0" y="0"/>
                </a:moveTo>
                <a:lnTo>
                  <a:pt x="724985" y="0"/>
                </a:lnTo>
                <a:lnTo>
                  <a:pt x="724985" y="920616"/>
                </a:lnTo>
                <a:lnTo>
                  <a:pt x="0" y="9206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2728667" y="8034503"/>
            <a:ext cx="3016076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-Likitha Rayala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282649">
            <a:off x="753178" y="3852356"/>
            <a:ext cx="7567145" cy="2582288"/>
          </a:xfrm>
          <a:custGeom>
            <a:avLst/>
            <a:gdLst/>
            <a:ahLst/>
            <a:cxnLst/>
            <a:rect l="l" t="t" r="r" b="b"/>
            <a:pathLst>
              <a:path w="7567145" h="2582288">
                <a:moveTo>
                  <a:pt x="0" y="0"/>
                </a:moveTo>
                <a:lnTo>
                  <a:pt x="7567144" y="0"/>
                </a:lnTo>
                <a:lnTo>
                  <a:pt x="7567144" y="2582288"/>
                </a:lnTo>
                <a:lnTo>
                  <a:pt x="0" y="25822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1780231" y="2037564"/>
            <a:ext cx="5513037" cy="6211873"/>
          </a:xfrm>
          <a:custGeom>
            <a:avLst/>
            <a:gdLst/>
            <a:ahLst/>
            <a:cxnLst/>
            <a:rect l="l" t="t" r="r" b="b"/>
            <a:pathLst>
              <a:path w="5513037" h="6211873">
                <a:moveTo>
                  <a:pt x="0" y="0"/>
                </a:moveTo>
                <a:lnTo>
                  <a:pt x="5513038" y="0"/>
                </a:lnTo>
                <a:lnTo>
                  <a:pt x="5513038" y="6211872"/>
                </a:lnTo>
                <a:lnTo>
                  <a:pt x="0" y="62118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879922" y="2189964"/>
            <a:ext cx="9265758" cy="932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16"/>
              </a:lnSpc>
            </a:pPr>
            <a:r>
              <a:rPr lang="en-US" sz="7129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What is My Passion ?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879922" y="4662875"/>
            <a:ext cx="9734172" cy="2723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455"/>
              </a:lnSpc>
              <a:spcBef>
                <a:spcPct val="0"/>
              </a:spcBef>
            </a:pPr>
            <a:r>
              <a:rPr lang="en-US" sz="4041" spc="2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•⁠</a:t>
            </a:r>
            <a:r>
              <a:rPr lang="en-US" sz="4041" u="none" spc="2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 ⁠Curiosity to explore new things</a:t>
            </a:r>
          </a:p>
          <a:p>
            <a:pPr marL="0" lvl="0" indent="0" algn="l">
              <a:lnSpc>
                <a:spcPts val="5455"/>
              </a:lnSpc>
              <a:spcBef>
                <a:spcPct val="0"/>
              </a:spcBef>
            </a:pPr>
            <a:r>
              <a:rPr lang="en-US" sz="4041" u="none" spc="2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•⁠  ⁠Learning from every experience</a:t>
            </a:r>
          </a:p>
          <a:p>
            <a:pPr marL="0" lvl="0" indent="0" algn="l">
              <a:lnSpc>
                <a:spcPts val="5455"/>
              </a:lnSpc>
              <a:spcBef>
                <a:spcPct val="0"/>
              </a:spcBef>
            </a:pPr>
            <a:r>
              <a:rPr lang="en-US" sz="4041" u="none" spc="2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•⁠  ⁠Growing through experimentation</a:t>
            </a:r>
          </a:p>
          <a:p>
            <a:pPr marL="0" lvl="0" indent="0" algn="l">
              <a:lnSpc>
                <a:spcPts val="5455"/>
              </a:lnSpc>
              <a:spcBef>
                <a:spcPct val="0"/>
              </a:spcBef>
            </a:pPr>
            <a:endParaRPr lang="en-US" sz="4041" u="none" spc="242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994934" y="2091045"/>
            <a:ext cx="6264366" cy="6104909"/>
          </a:xfrm>
          <a:custGeom>
            <a:avLst/>
            <a:gdLst/>
            <a:ahLst/>
            <a:cxnLst/>
            <a:rect l="l" t="t" r="r" b="b"/>
            <a:pathLst>
              <a:path w="6264366" h="6104909">
                <a:moveTo>
                  <a:pt x="0" y="0"/>
                </a:moveTo>
                <a:lnTo>
                  <a:pt x="6264366" y="0"/>
                </a:lnTo>
                <a:lnTo>
                  <a:pt x="6264366" y="6104910"/>
                </a:lnTo>
                <a:lnTo>
                  <a:pt x="0" y="61049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504950" y="2898168"/>
            <a:ext cx="8399593" cy="1177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30"/>
              </a:lnSpc>
            </a:pPr>
            <a:r>
              <a:rPr lang="en-US" sz="90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How It Started</a:t>
            </a:r>
          </a:p>
        </p:txBody>
      </p:sp>
      <p:sp>
        <p:nvSpPr>
          <p:cNvPr id="4" name="Freeform 4"/>
          <p:cNvSpPr/>
          <p:nvPr/>
        </p:nvSpPr>
        <p:spPr>
          <a:xfrm>
            <a:off x="15353489" y="8540136"/>
            <a:ext cx="4602314" cy="3618569"/>
          </a:xfrm>
          <a:custGeom>
            <a:avLst/>
            <a:gdLst/>
            <a:ahLst/>
            <a:cxnLst/>
            <a:rect l="l" t="t" r="r" b="b"/>
            <a:pathLst>
              <a:path w="4602314" h="3618569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>
            <a:off x="-674156" y="-1072630"/>
            <a:ext cx="4899948" cy="3068592"/>
          </a:xfrm>
          <a:custGeom>
            <a:avLst/>
            <a:gdLst/>
            <a:ahLst/>
            <a:cxnLst/>
            <a:rect l="l" t="t" r="r" b="b"/>
            <a:pathLst>
              <a:path w="4899948" h="3068592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9144000" y="9258300"/>
            <a:ext cx="4076270" cy="2863579"/>
          </a:xfrm>
          <a:custGeom>
            <a:avLst/>
            <a:gdLst/>
            <a:ahLst/>
            <a:cxnLst/>
            <a:rect l="l" t="t" r="r" b="b"/>
            <a:pathLst>
              <a:path w="4076270" h="2863579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>
            <a:off x="5003948" y="-1890601"/>
            <a:ext cx="2892762" cy="2919301"/>
          </a:xfrm>
          <a:custGeom>
            <a:avLst/>
            <a:gdLst/>
            <a:ahLst/>
            <a:cxnLst/>
            <a:rect l="l" t="t" r="r" b="b"/>
            <a:pathLst>
              <a:path w="2892762" h="2919301">
                <a:moveTo>
                  <a:pt x="0" y="0"/>
                </a:moveTo>
                <a:lnTo>
                  <a:pt x="2892762" y="0"/>
                </a:lnTo>
                <a:lnTo>
                  <a:pt x="2892762" y="2919301"/>
                </a:lnTo>
                <a:lnTo>
                  <a:pt x="0" y="29193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 rot="-5282649">
            <a:off x="16004285" y="265374"/>
            <a:ext cx="4017207" cy="1370872"/>
          </a:xfrm>
          <a:custGeom>
            <a:avLst/>
            <a:gdLst/>
            <a:ahLst/>
            <a:cxnLst/>
            <a:rect l="l" t="t" r="r" b="b"/>
            <a:pathLst>
              <a:path w="4017207" h="1370872">
                <a:moveTo>
                  <a:pt x="0" y="0"/>
                </a:moveTo>
                <a:lnTo>
                  <a:pt x="4017207" y="0"/>
                </a:lnTo>
                <a:lnTo>
                  <a:pt x="4017207" y="1370872"/>
                </a:lnTo>
                <a:lnTo>
                  <a:pt x="0" y="13708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TextBox 9"/>
          <p:cNvSpPr txBox="1"/>
          <p:nvPr/>
        </p:nvSpPr>
        <p:spPr>
          <a:xfrm>
            <a:off x="789588" y="4732683"/>
            <a:ext cx="10205346" cy="2943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724"/>
              </a:lnSpc>
              <a:spcBef>
                <a:spcPct val="0"/>
              </a:spcBef>
            </a:pPr>
            <a:r>
              <a:rPr lang="en-US" sz="3499" spc="20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•⁠</a:t>
            </a:r>
            <a:r>
              <a:rPr lang="en-US" sz="3499" u="none" spc="20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 ⁠I always liked trying new things</a:t>
            </a:r>
          </a:p>
          <a:p>
            <a:pPr marL="0" lvl="0" indent="0" algn="l">
              <a:lnSpc>
                <a:spcPts val="4724"/>
              </a:lnSpc>
              <a:spcBef>
                <a:spcPct val="0"/>
              </a:spcBef>
            </a:pPr>
            <a:r>
              <a:rPr lang="en-US" sz="3499" u="none" spc="20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•⁠  ⁠Small experiences shaped my curiosity</a:t>
            </a:r>
          </a:p>
          <a:p>
            <a:pPr marL="0" lvl="0" indent="0" algn="l">
              <a:lnSpc>
                <a:spcPts val="4724"/>
              </a:lnSpc>
              <a:spcBef>
                <a:spcPct val="0"/>
              </a:spcBef>
            </a:pPr>
            <a:r>
              <a:rPr lang="en-US" sz="3499" u="none" spc="20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•⁠  ⁠Exploration helped me learn more </a:t>
            </a:r>
          </a:p>
          <a:p>
            <a:pPr marL="0" lvl="0" indent="0" algn="l">
              <a:lnSpc>
                <a:spcPts val="4724"/>
              </a:lnSpc>
              <a:spcBef>
                <a:spcPct val="0"/>
              </a:spcBef>
            </a:pPr>
            <a:r>
              <a:rPr lang="en-US" sz="3499" u="none" spc="20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about myself</a:t>
            </a:r>
          </a:p>
          <a:p>
            <a:pPr marL="0" lvl="0" indent="0" algn="l">
              <a:lnSpc>
                <a:spcPts val="4724"/>
              </a:lnSpc>
              <a:spcBef>
                <a:spcPct val="0"/>
              </a:spcBef>
            </a:pPr>
            <a:endParaRPr lang="en-US" sz="3499" u="none" spc="209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078075" y="1267971"/>
            <a:ext cx="4208573" cy="4247184"/>
          </a:xfrm>
          <a:custGeom>
            <a:avLst/>
            <a:gdLst/>
            <a:ahLst/>
            <a:cxnLst/>
            <a:rect l="l" t="t" r="r" b="b"/>
            <a:pathLst>
              <a:path w="4208573" h="4247184">
                <a:moveTo>
                  <a:pt x="0" y="0"/>
                </a:moveTo>
                <a:lnTo>
                  <a:pt x="4208574" y="0"/>
                </a:lnTo>
                <a:lnTo>
                  <a:pt x="4208574" y="4247184"/>
                </a:lnTo>
                <a:lnTo>
                  <a:pt x="0" y="42471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10857087" y="1879538"/>
            <a:ext cx="5956731" cy="6527925"/>
          </a:xfrm>
          <a:custGeom>
            <a:avLst/>
            <a:gdLst/>
            <a:ahLst/>
            <a:cxnLst/>
            <a:rect l="l" t="t" r="r" b="b"/>
            <a:pathLst>
              <a:path w="5956731" h="6527925">
                <a:moveTo>
                  <a:pt x="0" y="0"/>
                </a:moveTo>
                <a:lnTo>
                  <a:pt x="5956731" y="0"/>
                </a:lnTo>
                <a:lnTo>
                  <a:pt x="5956731" y="6527924"/>
                </a:lnTo>
                <a:lnTo>
                  <a:pt x="0" y="65279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504950" y="1793268"/>
            <a:ext cx="9352137" cy="3387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30"/>
              </a:lnSpc>
            </a:pPr>
            <a:r>
              <a:rPr lang="en-US" sz="90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What I Learned Through Exploration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04950" y="5458005"/>
            <a:ext cx="7707571" cy="3223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29"/>
              </a:lnSpc>
              <a:spcBef>
                <a:spcPct val="0"/>
              </a:spcBef>
            </a:pPr>
            <a:r>
              <a:rPr lang="en-US" sz="3799" spc="22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•⁠</a:t>
            </a:r>
            <a:r>
              <a:rPr lang="en-US" sz="3799" u="none" spc="22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 ⁠Adaptability</a:t>
            </a:r>
          </a:p>
          <a:p>
            <a:pPr marL="0" lvl="0" indent="0" algn="l">
              <a:lnSpc>
                <a:spcPts val="5129"/>
              </a:lnSpc>
              <a:spcBef>
                <a:spcPct val="0"/>
              </a:spcBef>
            </a:pPr>
            <a:r>
              <a:rPr lang="en-US" sz="3799" u="none" spc="22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•⁠  ⁠Confidence</a:t>
            </a:r>
          </a:p>
          <a:p>
            <a:pPr marL="0" lvl="0" indent="0" algn="l">
              <a:lnSpc>
                <a:spcPts val="5129"/>
              </a:lnSpc>
              <a:spcBef>
                <a:spcPct val="0"/>
              </a:spcBef>
            </a:pPr>
            <a:r>
              <a:rPr lang="en-US" sz="3799" u="none" spc="22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•⁠  ⁠New skills</a:t>
            </a:r>
          </a:p>
          <a:p>
            <a:pPr marL="0" lvl="0" indent="0" algn="l">
              <a:lnSpc>
                <a:spcPts val="5129"/>
              </a:lnSpc>
              <a:spcBef>
                <a:spcPct val="0"/>
              </a:spcBef>
            </a:pPr>
            <a:r>
              <a:rPr lang="en-US" sz="3799" u="none" spc="22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•⁠  ⁠Understanding my interests</a:t>
            </a:r>
          </a:p>
          <a:p>
            <a:pPr marL="0" lvl="0" indent="0" algn="l">
              <a:lnSpc>
                <a:spcPts val="5129"/>
              </a:lnSpc>
              <a:spcBef>
                <a:spcPct val="0"/>
              </a:spcBef>
            </a:pPr>
            <a:endParaRPr lang="en-US" sz="3799" u="none" spc="227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329398" y="8614893"/>
            <a:ext cx="4899948" cy="3344214"/>
          </a:xfrm>
          <a:custGeom>
            <a:avLst/>
            <a:gdLst/>
            <a:ahLst/>
            <a:cxnLst/>
            <a:rect l="l" t="t" r="r" b="b"/>
            <a:pathLst>
              <a:path w="4899948" h="3344214">
                <a:moveTo>
                  <a:pt x="0" y="0"/>
                </a:moveTo>
                <a:lnTo>
                  <a:pt x="4899947" y="0"/>
                </a:lnTo>
                <a:lnTo>
                  <a:pt x="4899947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030709" y="9258300"/>
            <a:ext cx="3059829" cy="751049"/>
          </a:xfrm>
          <a:custGeom>
            <a:avLst/>
            <a:gdLst/>
            <a:ahLst/>
            <a:cxnLst/>
            <a:rect l="l" t="t" r="r" b="b"/>
            <a:pathLst>
              <a:path w="3059829" h="751049">
                <a:moveTo>
                  <a:pt x="0" y="0"/>
                </a:moveTo>
                <a:lnTo>
                  <a:pt x="3059829" y="0"/>
                </a:lnTo>
                <a:lnTo>
                  <a:pt x="3059829" y="751049"/>
                </a:lnTo>
                <a:lnTo>
                  <a:pt x="0" y="7510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215205" y="8540136"/>
            <a:ext cx="4602314" cy="3618569"/>
          </a:xfrm>
          <a:custGeom>
            <a:avLst/>
            <a:gdLst/>
            <a:ahLst/>
            <a:cxnLst/>
            <a:rect l="l" t="t" r="r" b="b"/>
            <a:pathLst>
              <a:path w="4602314" h="3618569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>
            <a:off x="-674156" y="-1072630"/>
            <a:ext cx="4899948" cy="3068592"/>
          </a:xfrm>
          <a:custGeom>
            <a:avLst/>
            <a:gdLst/>
            <a:ahLst/>
            <a:cxnLst/>
            <a:rect l="l" t="t" r="r" b="b"/>
            <a:pathLst>
              <a:path w="4899948" h="3068592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12686214" y="-2578193"/>
            <a:ext cx="4292424" cy="3870986"/>
          </a:xfrm>
          <a:custGeom>
            <a:avLst/>
            <a:gdLst/>
            <a:ahLst/>
            <a:cxnLst/>
            <a:rect l="l" t="t" r="r" b="b"/>
            <a:pathLst>
              <a:path w="4292424" h="3870986">
                <a:moveTo>
                  <a:pt x="0" y="0"/>
                </a:moveTo>
                <a:lnTo>
                  <a:pt x="4292424" y="0"/>
                </a:lnTo>
                <a:lnTo>
                  <a:pt x="4292424" y="3870986"/>
                </a:lnTo>
                <a:lnTo>
                  <a:pt x="0" y="38709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>
            <a:off x="10138935" y="9258300"/>
            <a:ext cx="4076270" cy="2863579"/>
          </a:xfrm>
          <a:custGeom>
            <a:avLst/>
            <a:gdLst/>
            <a:ahLst/>
            <a:cxnLst/>
            <a:rect l="l" t="t" r="r" b="b"/>
            <a:pathLst>
              <a:path w="4076270" h="2863579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7409323" y="-2700100"/>
            <a:ext cx="5493058" cy="4114800"/>
          </a:xfrm>
          <a:custGeom>
            <a:avLst/>
            <a:gdLst/>
            <a:ahLst/>
            <a:cxnLst/>
            <a:rect l="l" t="t" r="r" b="b"/>
            <a:pathLst>
              <a:path w="5493058" h="4114800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Freeform 9"/>
          <p:cNvSpPr/>
          <p:nvPr/>
        </p:nvSpPr>
        <p:spPr>
          <a:xfrm rot="4747568">
            <a:off x="-2972342" y="3665317"/>
            <a:ext cx="4896097" cy="2735694"/>
          </a:xfrm>
          <a:custGeom>
            <a:avLst/>
            <a:gdLst/>
            <a:ahLst/>
            <a:cxnLst/>
            <a:rect l="l" t="t" r="r" b="b"/>
            <a:pathLst>
              <a:path w="4896097" h="2735694">
                <a:moveTo>
                  <a:pt x="0" y="0"/>
                </a:moveTo>
                <a:lnTo>
                  <a:pt x="4896097" y="0"/>
                </a:lnTo>
                <a:lnTo>
                  <a:pt x="4896097" y="2735694"/>
                </a:lnTo>
                <a:lnTo>
                  <a:pt x="0" y="273569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Freeform 10"/>
          <p:cNvSpPr/>
          <p:nvPr/>
        </p:nvSpPr>
        <p:spPr>
          <a:xfrm>
            <a:off x="4831481" y="-1626507"/>
            <a:ext cx="2892762" cy="2919301"/>
          </a:xfrm>
          <a:custGeom>
            <a:avLst/>
            <a:gdLst/>
            <a:ahLst/>
            <a:cxnLst/>
            <a:rect l="l" t="t" r="r" b="b"/>
            <a:pathLst>
              <a:path w="2892762" h="2919301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7259300" y="2262342"/>
            <a:ext cx="3575541" cy="3575541"/>
          </a:xfrm>
          <a:custGeom>
            <a:avLst/>
            <a:gdLst/>
            <a:ahLst/>
            <a:cxnLst/>
            <a:rect l="l" t="t" r="r" b="b"/>
            <a:pathLst>
              <a:path w="3575541" h="3575541">
                <a:moveTo>
                  <a:pt x="0" y="0"/>
                </a:moveTo>
                <a:lnTo>
                  <a:pt x="3575541" y="0"/>
                </a:lnTo>
                <a:lnTo>
                  <a:pt x="3575541" y="3575541"/>
                </a:lnTo>
                <a:lnTo>
                  <a:pt x="0" y="3575541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Freeform 12"/>
          <p:cNvSpPr/>
          <p:nvPr/>
        </p:nvSpPr>
        <p:spPr>
          <a:xfrm>
            <a:off x="2570549" y="9093737"/>
            <a:ext cx="2587020" cy="2386526"/>
          </a:xfrm>
          <a:custGeom>
            <a:avLst/>
            <a:gdLst/>
            <a:ahLst/>
            <a:cxnLst/>
            <a:rect l="l" t="t" r="r" b="b"/>
            <a:pathLst>
              <a:path w="2587020" h="2386526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3" name="Freeform 13"/>
          <p:cNvSpPr/>
          <p:nvPr/>
        </p:nvSpPr>
        <p:spPr>
          <a:xfrm rot="-5282649">
            <a:off x="16440369" y="6970869"/>
            <a:ext cx="3382987" cy="1154444"/>
          </a:xfrm>
          <a:custGeom>
            <a:avLst/>
            <a:gdLst/>
            <a:ahLst/>
            <a:cxnLst/>
            <a:rect l="l" t="t" r="r" b="b"/>
            <a:pathLst>
              <a:path w="3382987" h="1154444">
                <a:moveTo>
                  <a:pt x="0" y="0"/>
                </a:moveTo>
                <a:lnTo>
                  <a:pt x="3382987" y="0"/>
                </a:lnTo>
                <a:lnTo>
                  <a:pt x="3382987" y="1154445"/>
                </a:lnTo>
                <a:lnTo>
                  <a:pt x="0" y="1154445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4" name="Freeform 14"/>
          <p:cNvSpPr/>
          <p:nvPr/>
        </p:nvSpPr>
        <p:spPr>
          <a:xfrm>
            <a:off x="16978638" y="-642644"/>
            <a:ext cx="3104522" cy="3342688"/>
          </a:xfrm>
          <a:custGeom>
            <a:avLst/>
            <a:gdLst/>
            <a:ahLst/>
            <a:cxnLst/>
            <a:rect l="l" t="t" r="r" b="b"/>
            <a:pathLst>
              <a:path w="3104522" h="3342688">
                <a:moveTo>
                  <a:pt x="0" y="0"/>
                </a:moveTo>
                <a:lnTo>
                  <a:pt x="3104522" y="0"/>
                </a:lnTo>
                <a:lnTo>
                  <a:pt x="3104522" y="3342688"/>
                </a:lnTo>
                <a:lnTo>
                  <a:pt x="0" y="3342688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5" name="TextBox 15"/>
          <p:cNvSpPr txBox="1"/>
          <p:nvPr/>
        </p:nvSpPr>
        <p:spPr>
          <a:xfrm>
            <a:off x="3635340" y="4083097"/>
            <a:ext cx="10910396" cy="1754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99"/>
              </a:lnSpc>
            </a:pPr>
            <a:r>
              <a:rPr lang="en-US" sz="14597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Thank you !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90</Words>
  <Application>Microsoft Macintosh PowerPoint</Application>
  <PresentationFormat>Custom</PresentationFormat>
  <Paragraphs>17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DM Serif Display</vt:lpstr>
      <vt:lpstr>Calibri</vt:lpstr>
      <vt:lpstr>DM Sans</vt:lpstr>
      <vt:lpstr>Canva Sans</vt:lpstr>
      <vt:lpstr>Arial</vt:lpstr>
      <vt:lpstr>DM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presentation</dc:title>
  <cp:lastModifiedBy>mani .</cp:lastModifiedBy>
  <cp:revision>3</cp:revision>
  <dcterms:created xsi:type="dcterms:W3CDTF">2006-08-16T00:00:00Z</dcterms:created>
  <dcterms:modified xsi:type="dcterms:W3CDTF">2025-11-07T09:03:16Z</dcterms:modified>
  <dc:identifier>DAG4AP_qjsY</dc:identifier>
</cp:coreProperties>
</file>